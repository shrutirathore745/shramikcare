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7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8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0Eme2ndv9u8?si=3lM4iyS61ju83oU2" TargetMode="External"/><Relationship Id="rId3" Type="http://schemas.openxmlformats.org/officeDocument/2006/relationships/hyperlink" Target="https://www.who.int/health-topics/refugee-and-migrant-health" TargetMode="External"/><Relationship Id="rId7" Type="http://schemas.openxmlformats.org/officeDocument/2006/relationships/hyperlink" Target="https://nha.gov.i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alth.kerala.gov.in/" TargetMode="External"/><Relationship Id="rId5" Type="http://schemas.openxmlformats.org/officeDocument/2006/relationships/hyperlink" Target="https://www.ehealth.kerala.gov.in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abdm.gov.in/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496303" y="3471298"/>
            <a:ext cx="2502063" cy="2361111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10403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-71411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634" y="983208"/>
            <a:ext cx="1128061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SIH25083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Digital Health Record Management System for Migrant Workers in Kerala aligned with Sustainable Development Goals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MedTech 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CodeCatalysts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9A9A49-A144-9352-2A6A-A0557D48B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0"/>
            <a:ext cx="1167028" cy="1012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3723" y="83618"/>
            <a:ext cx="10972800" cy="1143000"/>
          </a:xfrm>
        </p:spPr>
        <p:txBody>
          <a:bodyPr/>
          <a:lstStyle/>
          <a:p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4000" b="1" dirty="0"/>
              <a:t>IDEA TITLE: </a:t>
            </a:r>
            <a:r>
              <a:rPr lang="en-IN" sz="3600" b="1" dirty="0"/>
              <a:t>SHRAMIKCARE</a:t>
            </a:r>
            <a:br>
              <a:rPr lang="en-IN" sz="3600" b="1" dirty="0"/>
            </a:br>
            <a:r>
              <a:rPr lang="en-IN" sz="2000" b="1" dirty="0"/>
              <a:t>Digital Health Record Management System for Migrant Workers in Kerala</a:t>
            </a:r>
            <a:br>
              <a:rPr lang="en-IN" sz="3600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227413"/>
            <a:ext cx="12191999" cy="490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                                          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9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 AI-powered digital health platform for continuous healthcare support.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Digital Health Passport with QR Code stores medical history, allergies and emergency information.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AI scans handwritten prescriptions and converts them into digital medicine records. </a:t>
            </a: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</a:rPr>
              <a:t>                                                     </a:t>
            </a:r>
            <a:endParaRPr lang="en-IN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Multilingual Voice AI and visual medicine reminders support workers with low digital literacy.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Locates nearby free healthcare facilities, health camps and government welfare schemes.</a:t>
            </a:r>
          </a:p>
          <a:p>
            <a:pPr lvl="0"/>
            <a:r>
              <a:rPr lang="en-US" sz="2000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Reduces language barriers between migrant workers and healthcare providers.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Prevents loss of prescriptions and improves medicine dosage understanding.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Provides easy access to free healthcare and government benefits.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Enables doctors to quickly view critical medical information through QR access.</a:t>
            </a:r>
          </a:p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One QR-based Digital Health Passport that stays with the worker even when they change jobs, locations or hospitals.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Converts handwritten prescriptions into structured digital medicine records, reducing errors and preventing prescription loss.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Voice AI + visual medicine guidance helps workers understand healthcare instructions despite language and literacy barriers.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 single platform connecting workers to doctors, free healthcare facilities, health camps and government welfare schemes.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84413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6BBCB4-44F9-DD43-7B74-D8494E899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104165"/>
            <a:ext cx="1248697" cy="9819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464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2881" y="1275936"/>
            <a:ext cx="1200911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Technologies to be used(</a:t>
            </a:r>
            <a:r>
              <a:rPr lang="en-IN" sz="2000" b="1" dirty="0" err="1"/>
              <a:t>e.g.programming</a:t>
            </a:r>
            <a:r>
              <a:rPr lang="en-IN" sz="2000" b="1" dirty="0"/>
              <a:t> languages, </a:t>
            </a:r>
            <a:r>
              <a:rPr lang="en-IN" sz="2000" b="1" dirty="0" err="1"/>
              <a:t>frameworks,hardware</a:t>
            </a:r>
            <a:r>
              <a:rPr lang="en-IN" sz="2000" b="1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r>
              <a:rPr lang="en-IN" sz="1600" b="1" dirty="0"/>
              <a:t>Frontend: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React.js – Responsive role-based portals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HTML5, CSS3 &amp; JavaScript – UI and accessibility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QR Scanner &amp; Web Speech API – Worker–Doctor interaction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00" dirty="0"/>
          </a:p>
          <a:p>
            <a:pPr lvl="0"/>
            <a:r>
              <a:rPr lang="en-IN" sz="1600" b="1" dirty="0"/>
              <a:t>Backend: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Node.js + Express.js – REST APIs and business logic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JWT / Session Authentication – Secure role-based access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Role-Based Access Control – Worker, Doctor &amp; Government </a:t>
            </a:r>
          </a:p>
          <a:p>
            <a:pPr lvl="0"/>
            <a:endParaRPr lang="en-IN" sz="800" dirty="0"/>
          </a:p>
          <a:p>
            <a:pPr lvl="0"/>
            <a:r>
              <a:rPr lang="en-IN" sz="1600" b="1" dirty="0"/>
              <a:t>Database: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MongoDB – Users, health records, consultations, prescriptions, camps &amp; notifications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Real-time database-driven statistics and health alerts</a:t>
            </a:r>
          </a:p>
          <a:p>
            <a:pPr lvl="0"/>
            <a:r>
              <a:rPr lang="en-IN" sz="1600" dirty="0"/>
              <a:t> </a:t>
            </a:r>
          </a:p>
          <a:p>
            <a:pPr lvl="0"/>
            <a:r>
              <a:rPr lang="en-IN" sz="1600" b="1" dirty="0"/>
              <a:t>AI &amp; Smart Features: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OCR/AI – Extract medicine, dosage, frequency &amp; instructions from prescriptions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Speech Recognition &amp; Text-to-Speech – Multilingual voice assistance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Translation – English, Hindi, Malayalam &amp; Bengali 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F984B9-EFB6-4E4D-2A41-6794B1718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55005"/>
            <a:ext cx="1248697" cy="981973"/>
          </a:xfrm>
          <a:prstGeom prst="rect">
            <a:avLst/>
          </a:prstGeom>
        </p:spPr>
      </p:pic>
      <p:pic>
        <p:nvPicPr>
          <p:cNvPr id="17417" name="Graphic 17416">
            <a:extLst>
              <a:ext uri="{FF2B5EF4-FFF2-40B4-BE49-F238E27FC236}">
                <a16:creationId xmlns:a16="http://schemas.microsoft.com/office/drawing/2014/main" id="{0B6709C8-8D07-FC09-8455-9A2D8380D0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2839" y="1530010"/>
            <a:ext cx="3687097" cy="48516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4160" y="-186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35231" y="1033398"/>
            <a:ext cx="12029937" cy="618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idea:</a:t>
            </a:r>
          </a:p>
          <a:p>
            <a:r>
              <a:rPr lang="en-IN" sz="1600" b="1" dirty="0"/>
              <a:t>• </a:t>
            </a:r>
            <a:r>
              <a:rPr lang="en-IN" sz="1400" b="1" dirty="0"/>
              <a:t>Technical Feasibility: </a:t>
            </a:r>
          </a:p>
          <a:p>
            <a:r>
              <a:rPr lang="en-IN" sz="1400" dirty="0"/>
              <a:t>Technically SHRAMIKCARE is feasible because its key technologies can be integrated into one practical platform </a:t>
            </a:r>
          </a:p>
          <a:p>
            <a:r>
              <a:rPr lang="en-IN" sz="1400" b="1" dirty="0"/>
              <a:t>• Operational Feasibility:</a:t>
            </a:r>
            <a:br>
              <a:rPr lang="en-IN" sz="2800" dirty="0"/>
            </a:br>
            <a:r>
              <a:rPr lang="en-IN" sz="1400" dirty="0"/>
              <a:t>Can be piloted in selected migrant worker clusters, connecting workers, doctors and healthcare services before wider deployment.</a:t>
            </a:r>
          </a:p>
          <a:p>
            <a:r>
              <a:rPr lang="en-IN" sz="1400" b="1" dirty="0"/>
              <a:t>• Economic Feasibility:</a:t>
            </a:r>
            <a:endParaRPr lang="en-IN" sz="2000" b="1" dirty="0"/>
          </a:p>
          <a:p>
            <a:r>
              <a:rPr lang="en-IN" sz="1400" dirty="0"/>
              <a:t>Uses open-source and existing digital infrastructure, while reducing paperwork, repeated tests and unnecessary healthcare costs.</a:t>
            </a:r>
          </a:p>
          <a:p>
            <a:pPr lvl="0" algn="just">
              <a:defRPr/>
            </a:pPr>
            <a:r>
              <a:rPr lang="en-IN" b="1" dirty="0"/>
              <a:t>Potential Challenges and Risks:</a:t>
            </a:r>
            <a:endParaRPr lang="en-US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1400" b="1" dirty="0"/>
              <a:t> Challenge 1: Low Digital Literacy</a:t>
            </a:r>
            <a:br>
              <a:rPr lang="en-IN" sz="1400" dirty="0"/>
            </a:br>
            <a:r>
              <a:rPr lang="en-IN" sz="1400" dirty="0"/>
              <a:t>Some migrant workers may have limited experience with smartphones and digital applications, making text-based healthcare systems difficult to use.</a:t>
            </a:r>
          </a:p>
          <a:p>
            <a:r>
              <a:rPr lang="en-IN" sz="1400" b="1" dirty="0"/>
              <a:t>Challenge 2: Doctor Adoption &amp; OPD Workload</a:t>
            </a:r>
            <a:br>
              <a:rPr lang="en-IN" sz="1400" dirty="0"/>
            </a:br>
            <a:r>
              <a:rPr lang="en-IN" sz="1400" dirty="0"/>
              <a:t>Overcrowded public hospitals may make doctors reluctant to use systems that require additional data entry or increase consultation time.</a:t>
            </a:r>
          </a:p>
          <a:p>
            <a:r>
              <a:rPr lang="en-IN" sz="1400" b="1" dirty="0"/>
              <a:t>Challenge 3: Language &amp; AI Accuracy</a:t>
            </a:r>
            <a:br>
              <a:rPr lang="en-IN" sz="1400" dirty="0"/>
            </a:br>
            <a:r>
              <a:rPr lang="en-IN" sz="1400" dirty="0"/>
              <a:t>Different languages and handwritten prescriptions can create challenges in accurate translation, medicine recognition and dosage interpretation.</a:t>
            </a:r>
          </a:p>
          <a:p>
            <a:r>
              <a:rPr lang="en-IN" sz="1400" b="1" dirty="0"/>
              <a:t>Challenge 4: Limited Internet Connectivity</a:t>
            </a:r>
            <a:br>
              <a:rPr lang="en-IN" sz="1400" b="1" dirty="0"/>
            </a:br>
            <a:r>
              <a:rPr lang="en-IN" sz="1400" dirty="0"/>
              <a:t>Poor connectivity in some worker camps may affect real-time access to digital health records, voice assistance and healthcare services.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challenges:</a:t>
            </a:r>
          </a:p>
          <a:p>
            <a:r>
              <a:rPr lang="en-IN" sz="1600" b="1" dirty="0"/>
              <a:t>1</a:t>
            </a:r>
            <a:r>
              <a:rPr lang="en-IN" sz="1400" b="1" dirty="0"/>
              <a:t>. Voice-First &amp; Visual Design</a:t>
            </a:r>
            <a:br>
              <a:rPr lang="en-IN" dirty="0"/>
            </a:br>
            <a:r>
              <a:rPr lang="en-IN" sz="1400" dirty="0"/>
              <a:t>Use voice instructions, icons and simple screens instead of relying on complex text.</a:t>
            </a:r>
          </a:p>
          <a:p>
            <a:r>
              <a:rPr lang="en-IN" sz="1400" b="1" dirty="0"/>
              <a:t>2</a:t>
            </a:r>
            <a:r>
              <a:rPr lang="en-IN" sz="1600" b="1" dirty="0"/>
              <a:t>. </a:t>
            </a:r>
            <a:r>
              <a:rPr lang="en-IN" sz="1400" b="1" dirty="0"/>
              <a:t>Minimum Doctor Interaction</a:t>
            </a:r>
          </a:p>
          <a:p>
            <a:r>
              <a:rPr lang="en-IN" sz="1400" dirty="0"/>
              <a:t>Doctor only needs to </a:t>
            </a:r>
            <a:r>
              <a:rPr lang="en-IN" sz="1400" b="1" dirty="0"/>
              <a:t>scan the worker's QR and view the medical profile</a:t>
            </a:r>
            <a:r>
              <a:rPr lang="en-IN" sz="1400" dirty="0"/>
              <a:t>; prescription digitization can be handled through AI.</a:t>
            </a:r>
          </a:p>
          <a:p>
            <a:r>
              <a:rPr lang="en-IN" sz="1600" b="1" dirty="0"/>
              <a:t>3. </a:t>
            </a:r>
            <a:r>
              <a:rPr lang="en-IN" sz="1400" b="1" dirty="0"/>
              <a:t>Multilingual AI Assistance</a:t>
            </a:r>
          </a:p>
          <a:p>
            <a:r>
              <a:rPr lang="en-IN" sz="1400" dirty="0"/>
              <a:t>Support </a:t>
            </a:r>
            <a:r>
              <a:rPr lang="en-IN" sz="1400" b="1" dirty="0"/>
              <a:t>Hindi, Bengali, Odia, Assamese and Malayalam</a:t>
            </a:r>
            <a:r>
              <a:rPr lang="en-IN" sz="1400" dirty="0"/>
              <a:t> through voice-based interaction</a:t>
            </a:r>
            <a:br>
              <a:rPr lang="en-IN" dirty="0"/>
            </a:br>
            <a:endParaRPr lang="en-IN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DBEC75-4764-12D9-E3D9-60C8703B2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55005"/>
            <a:ext cx="1248697" cy="9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9CA026-DAB9-CE6E-0626-B58293C08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FE70F8-D070-F185-24AB-04591712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58" y="55005"/>
            <a:ext cx="1248697" cy="9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4320" y="-698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38F6E6-C22A-7475-A4FD-D9D60E9DC38C}"/>
              </a:ext>
            </a:extLst>
          </p:cNvPr>
          <p:cNvSpPr txBox="1"/>
          <p:nvPr/>
        </p:nvSpPr>
        <p:spPr>
          <a:xfrm>
            <a:off x="274320" y="1081234"/>
            <a:ext cx="1184312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  </a:t>
            </a:r>
            <a:r>
              <a:rPr lang="en-IN" sz="2800" b="1" dirty="0"/>
              <a:t>IMPACT</a:t>
            </a:r>
            <a:endParaRPr lang="en-IN" sz="900" b="1" dirty="0"/>
          </a:p>
          <a:p>
            <a:r>
              <a:rPr lang="en-IN" sz="1600" b="1" dirty="0"/>
              <a:t>WORKER:</a:t>
            </a:r>
          </a:p>
          <a:p>
            <a:endParaRPr lang="en-IN" sz="8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Health Goes With Them</a:t>
            </a:r>
            <a:r>
              <a:rPr lang="en-IN" sz="1600" dirty="0"/>
              <a:t> — Records stay accessible even when they change jobs or locations.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Easy Healthcare</a:t>
            </a:r>
            <a:r>
              <a:rPr lang="en-IN" sz="1600" dirty="0"/>
              <a:t> — Voice and multilingual support make medical information easier to understand.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800" dirty="0"/>
          </a:p>
          <a:p>
            <a:pPr lvl="0"/>
            <a:r>
              <a:rPr lang="en-IN" sz="1600" b="1" dirty="0"/>
              <a:t>DOCTOR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Quick Medical History</a:t>
            </a:r>
            <a:r>
              <a:rPr lang="en-IN" sz="1600" dirty="0"/>
              <a:t> — Scan the QR to access important records.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Less Paperwork</a:t>
            </a:r>
            <a:r>
              <a:rPr lang="en-IN" sz="1600" dirty="0"/>
              <a:t> — Digital prescriptions reduce manual work. </a:t>
            </a:r>
          </a:p>
          <a:p>
            <a:pPr lvl="0"/>
            <a:endParaRPr lang="en-IN" sz="800" b="1" dirty="0"/>
          </a:p>
          <a:p>
            <a:r>
              <a:rPr lang="en-IN" sz="1600" b="1" dirty="0"/>
              <a:t>GOVERNMENT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Better Scheme Reach</a:t>
            </a:r>
            <a:r>
              <a:rPr lang="en-IN" sz="1600" dirty="0"/>
              <a:t> — Workers can find relevant welfare and healthcare support.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Health Monitoring</a:t>
            </a:r>
            <a:r>
              <a:rPr lang="en-IN" sz="1600" dirty="0"/>
              <a:t> — Health trends can help plan camps and services.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lvl="0"/>
            <a:r>
              <a:rPr lang="en-IN" sz="1600" dirty="0"/>
              <a:t> </a:t>
            </a:r>
            <a:r>
              <a:rPr lang="en-IN" sz="2800" b="1" dirty="0"/>
              <a:t>BENEFITS &amp; FUTURE SCOPE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Healthcare Continuity</a:t>
            </a:r>
            <a:r>
              <a:rPr lang="en-IN" sz="1600" dirty="0"/>
              <a:t> — Workers can carry their medical history across jobs, locations and hospitals.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Digital Health at Labour Camps</a:t>
            </a:r>
            <a:r>
              <a:rPr lang="en-IN" sz="1600" dirty="0"/>
              <a:t> — Health stations can support registration, basic screening and healthcare guidance.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Early Disease Detection</a:t>
            </a:r>
            <a:r>
              <a:rPr lang="en-IN" sz="1600" dirty="0"/>
              <a:t> — AI can identify emerging health patterns and support preventive action.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Scale Across India</a:t>
            </a:r>
            <a:r>
              <a:rPr lang="en-IN" sz="1600" dirty="0"/>
              <a:t> — Expand to more languages, states and government welfare schemes.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Smarter Public Healthcare</a:t>
            </a:r>
            <a:r>
              <a:rPr lang="en-IN" sz="1600" dirty="0"/>
              <a:t> — AI-driven insights can support better planning and targeted health interventions. </a:t>
            </a:r>
          </a:p>
          <a:p>
            <a:pPr lvl="0"/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D557D-683C-2DA7-F876-CE3400E59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58" y="74669"/>
            <a:ext cx="1248697" cy="9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304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118" y="832150"/>
            <a:ext cx="11700164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b="1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Research :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8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World Organization (WHO) – Refugee and Migrant Health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https://www.who.int/health-topics/refugee-and-migrant-health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Ayushman Bharat Digital Mission – Digital Health Ecosystem &amp; Health Records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https://abdm.gov.in/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 Kerala eHealth – Integrated Digital Healthcare System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https://www.ehealth.kerala.gov.in/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  <a:defRPr/>
            </a:pPr>
            <a:endParaRPr lang="en-US" sz="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US" sz="20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endParaRPr lang="en-US" sz="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Kerala Health Department – Health Services &amp; Public Health Information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6"/>
              </a:rPr>
              <a:t>https://health.kerala.gov.in/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Kerala eHealth – Digital Health Services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https://www.ehealth.kerala.gov.in/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Ayushman Bharat Digital Mission (ABDM) – Digital Health ID &amp; Health Records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https://abdm.gov.in/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Health Authority (NHA) – Digital Healthcare Initiatives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7"/>
              </a:rPr>
              <a:t>https://nha.gov.in/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WHO – Migrant &amp; Refugee Health – Healthcare Access &amp; Inclusion →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https://www.who.int/health-topics/refugee-and-migrant-health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000" b="1" dirty="0"/>
              <a:t>Project 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Reference Video – Healthcare / Digital Solution Research 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→ </a:t>
            </a:r>
            <a:r>
              <a:rPr lang="en-IN" sz="1600" dirty="0">
                <a:hlinkClick r:id="rId8"/>
              </a:rPr>
              <a:t>https://youtu.be/0Eme2ndv9u8?si=3lM4iyS61ju83oU2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ShramikCare</a:t>
            </a:r>
            <a:r>
              <a:rPr lang="en-IN" sz="1600" dirty="0"/>
              <a:t> – Working Prototype</a:t>
            </a:r>
            <a:br>
              <a:rPr lang="en-IN" sz="1600" dirty="0"/>
            </a:b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A960A2-6921-37FE-398B-F418C2550C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58" y="35341"/>
            <a:ext cx="1248697" cy="98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8635</TotalTime>
  <Words>1094</Words>
  <Application>Microsoft Office PowerPoint</Application>
  <PresentationFormat>Widescreen</PresentationFormat>
  <Paragraphs>128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Calibri</vt:lpstr>
      <vt:lpstr>Fraunces ExtraBold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TITLE: SHRAMIKCARE Digital Health Record Management System for Migrant Workers in Kerala </vt:lpstr>
      <vt:lpstr>TECHNICAL APPROACH</vt:lpstr>
      <vt:lpstr>FEASIBILITY AND VIABILITY</vt:lpstr>
      <vt:lpstr>PowerPoint Presentation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Shruti Rathore</cp:lastModifiedBy>
  <cp:revision>158</cp:revision>
  <dcterms:created xsi:type="dcterms:W3CDTF">2013-12-12T18:46:50Z</dcterms:created>
  <dcterms:modified xsi:type="dcterms:W3CDTF">2026-08-22T10:59:28Z</dcterms:modified>
  <cp:category/>
</cp:coreProperties>
</file>